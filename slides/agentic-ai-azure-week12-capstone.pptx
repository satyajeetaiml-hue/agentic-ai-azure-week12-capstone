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agentic-ai-azure-week12-capstone</a:t>
            </a:r>
          </a:p>
          <a:p>
            <a:r>
              <a:rPr sz="1600">
                <a:solidFill>
                  <a:srgbClr val="FFFFFF"/>
                </a:solidFill>
              </a:rPr>
              <a:t>Week 12 · Capstone: Build, Demo &amp;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Ship a production-shaped multi-agent app</a:t>
            </a:r>
          </a:p>
          <a:p>
            <a:r>
              <a:rPr sz="1800">
                <a:solidFill>
                  <a:srgbClr val="202020"/>
                </a:solidFill>
              </a:rPr>
              <a:t>Compose patterns from across the course</a:t>
            </a:r>
          </a:p>
          <a:p>
            <a:r>
              <a:rPr sz="1800">
                <a:solidFill>
                  <a:srgbClr val="202020"/>
                </a:solidFill>
              </a:rPr>
              <a:t>Defend your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Customer Onboarding Automation</a:t>
            </a:r>
          </a:p>
          <a:p>
            <a:r>
              <a:rPr sz="1800">
                <a:solidFill>
                  <a:srgbClr val="202020"/>
                </a:solidFill>
              </a:rPr>
              <a:t>Intake → KYC → Risk → Provisioning</a:t>
            </a:r>
          </a:p>
          <a:p>
            <a:r>
              <a:rPr sz="1800">
                <a:solidFill>
                  <a:srgbClr val="202020"/>
                </a:solidFill>
              </a:rPr>
              <a:t>One decision: onboarded / needs_review / rejected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Staged multi-agent pipeline</a:t>
            </a:r>
          </a:p>
          <a:p>
            <a:r>
              <a:rPr sz="1800">
                <a:solidFill>
                  <a:srgbClr val="202020"/>
                </a:solidFill>
              </a:rPr>
              <a:t>KYC screening guardrail (sanction/watchlist)</a:t>
            </a:r>
          </a:p>
          <a:p>
            <a:r>
              <a:rPr sz="1800">
                <a:solidFill>
                  <a:srgbClr val="202020"/>
                </a:solidFill>
              </a:rPr>
              <a:t>Risk flags high-value cases for review</a:t>
            </a:r>
          </a:p>
          <a:p>
            <a:r>
              <a:rPr sz="1800">
                <a:solidFill>
                  <a:srgbClr val="202020"/>
                </a:solidFill>
              </a:rPr>
              <a:t>Provisioning only when cleared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Reuses Wk1-2 intake, Wk6-7 agents, Wk5 tools</a:t>
            </a:r>
          </a:p>
          <a:p>
            <a:r>
              <a:rPr sz="1800">
                <a:solidFill>
                  <a:srgbClr val="202020"/>
                </a:solidFill>
              </a:rPr>
              <a:t>Other scenarios: compliance, lead scoring, doc-gen</a:t>
            </a:r>
          </a:p>
          <a:p>
            <a:r>
              <a:rPr sz="1800">
                <a:solidFill>
                  <a:srgbClr val="202020"/>
                </a:solidFill>
              </a:rPr>
              <a:t>Add RAG, identity, observability to extend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git clone the repo, then open it in VS Code</a:t>
            </a:r>
          </a:p>
          <a:p>
            <a:r>
              <a:rPr sz="1800">
                <a:solidFill>
                  <a:srgbClr val="202020"/>
                </a:solidFill>
              </a:rPr>
              <a:t>python -m venv .venv  →  activate it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</a:t>
            </a:r>
          </a:p>
          <a:p>
            <a:r>
              <a:rPr sz="1800">
                <a:solidFill>
                  <a:srgbClr val="202020"/>
                </a:solidFill>
              </a:rPr>
              <a:t>Open /docs and call  POST /api/v1/capstone</a:t>
            </a:r>
          </a:p>
          <a:p>
            <a:r>
              <a:rPr sz="1800">
                <a:solidFill>
                  <a:srgbClr val="202020"/>
                </a:solidFill>
              </a:rPr>
              <a:t>Runs in MOCK mode — no Azure/keys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Defend: pattern choice, deploy target, cost, security</a:t>
            </a:r>
          </a:p>
          <a:p>
            <a:r>
              <a:rPr sz="1800">
                <a:solidFill>
                  <a:srgbClr val="202020"/>
                </a:solidFill>
              </a:rPr>
              <a:t>Day-2 operations matter as much as build</a:t>
            </a:r>
          </a:p>
          <a:p>
            <a:r>
              <a:rPr sz="1800">
                <a:solidFill>
                  <a:srgbClr val="202020"/>
                </a:solidFill>
              </a:rPr>
              <a:t>End-to-end is the real skill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